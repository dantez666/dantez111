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rtmustafi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arryalbert24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hoseincameraman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leongsan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ingshi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Mustafi Numann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64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Разновидности Flash памяти и принцип хранения данных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данной презентации мы рассмотрим основные разновидности Flash-памяти и принципы хранения данных. Осветим типы Flash-памяти, а также особенности их использования в накопителях с USB-интерфейсом. Обсудим характеристики USB Flash накопителей и инструменты для их обслуживания, включая утилиты для диагностики и восстановления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Типы Flash памяти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Существует несколько типов Flash-памяти, включая NOR и NAND.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NOR-память часто используется в устройствах, требующих произвольного доступа к данным, например, в микроконтроллерах и некоторых типах USB-накопителей. NAND-память более распространена в SSD и USB-флешках благодаря высокой плотности хранения данных и экономичности производства.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Barry A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Принцип хранения данных в Flash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основе хранения данных в Flash-памяти лежит принцип использования ячеек, каждая из которых содержит транзистор с плавающим затвором. Эти ячейки могут хранить информацию путём изменения электрического заряда, что позволяет сохранять данные даже при отсутствии питания.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374072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Принцип хранения данных в Flash-памяти обеспечивает высокую скорость доступа и надёжность, что делает её идеальной для использования в различных устройствах.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Накопители Flash-память с USB интерфейсом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Накопители Flash-память с USB интерфейсом представляют собой компактные и удобные устройства для хранения данных, обеспечивающие быстрый доступ и мобильность. Они используют технологию NAND для хранения информации, что позволяет сохранять данные даже при отключении питания.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USB-интерфейс обеспечивает простое подключение к различным устройствам, делая такие накопители универсальными и удобными в использовании.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hosein zanbori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USB Flash накопители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USB Flash-накопители представляют собой портативные устройства хранения данных, которые подключаются к компьютеру через USB-порт.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009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обладают высокой скоростью передачи данных и могут хранить большие объёмы информации, что делает их удобными для переноса файлов между различными устройствами.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94023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USB Flash-накопители используют технологию NAND-памяти для надёжного хранения данных и обеспечивают быстрый доступ к ним.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Характеристики USB Flash накопителей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USB Flash накопители представляют собой компактные устройства, обеспечивающие высокую скорость передачи данных и надёжное хранение информации.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отличаются разнообразием объёмов памяти — от нескольких гигабайт до нескольких терабайт, что позволяет выбрать оптимальный вариант для различных задач. USB Flash накопители поддерживают различные форматы файловых систем, что обеспечивает их совместимость с широким спектром устройств.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Leongsan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Утилиты обслуживания Flash памяти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Утилиты обслуживания Flash-памяти представляют собой специализированные программные инструменты, которые позволяют оптимизировать работу накопителей и поддерживать их в исправном состоянии.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258589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включают в себя функции проверки целостности данных, форматирования, дефрагментации и резервного копирования, что обеспечивает надёжное хранение информации и продлевает срок службы устройств.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4438996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Использование таких утилит помогает предотвратить потерю данных и повысить производительность Flash-накопителей с USB-интерфейсом.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Программы для диагностики Flash накопителей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Для диагностики Flash-накопителей используются специализированные программы, такие как CrystalDiskInfo и HDDScan, которые позволяют проверить состояние накопителя, выявить ошибки и оценить износ ячеек памяти.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Эти утилиты предоставляют подробную информацию о параметрах работы накопителя, включая температуру, уровень износа и скорость чтения/записи данных, что помогает своевременно выявить потенциальные проблемы.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Использование таких программ обеспечивает надёжное обслуживание и продлевает срок службы Flash-накопителей.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Ning Shi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082733"/>
            <a:ext cx="5985164" cy="980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Программное восстановление данных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Программное восстановление данных позволяет вернуть потерянную информацию с помощью специализированных утилит, которые анализируют структуру файлов и пытаются восстановить доступ к данным на основе имеющихся фрагментов.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507971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Такие программы особенно полезны при случайном удалении файлов или форматировании накопителя, однако они не всегда гарантируют полное восстановление данных в случае физического повреждения чипа памяти.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4688378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Важно помнить, что эффективность восстановления зависит от состояния накопителя и степени повреждения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Управление Flash памятью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Управление Flash-памятью включает в себя настройку параметров записи и чтения данных, а также мониторинг состояния памяти.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Для этого используются специальные утилиты, которые позволяют оптимизировать работу с накопителями и предотвращать потерю данных.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Управление Flash-памятью обеспечивает эффективное использование ресурса ячеек и продлевает срок службы накопителя.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типы Flash-памяти, принципы их работы и характеристики USB Flash-накопителей. Также мы ознакомились с утилитами для обслуживания и диагностики Flash-памяти и узнали о программном восстановлении данных.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2025-12-15T07:10:10Z</dcterms:created>
  <dcterms:modified xsi:type="dcterms:W3CDTF">2025-12-15T07:10:10Z</dcterms:modified>
</cp:coreProperties>
</file>